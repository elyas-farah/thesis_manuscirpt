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29"/>
  </p:normalViewPr>
  <p:slideViewPr>
    <p:cSldViewPr snapToGrid="0">
      <p:cViewPr>
        <p:scale>
          <a:sx n="113" d="100"/>
          <a:sy n="113" d="100"/>
        </p:scale>
        <p:origin x="424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23EF-C9B3-3B79-F563-E3A8F2571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D1067-D420-80E4-DE43-E716033DC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AFEB-BE2A-85D5-C335-5D8697F5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177C-2012-A08B-FB9D-B5EDC660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AEAF-A094-CB1F-2C1E-C8FF4D2A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2FAC-B451-1F3B-DE2E-21FC4589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7AE9A-1992-2B91-E2A4-97E58787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8FB0F-892D-AD1D-9CD6-FA6CDB23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376BF-A8C4-F901-810F-A4292223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66F6C-DBBB-AF25-2D83-B813C59B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0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4B587-1858-15AE-F9E9-95C48635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38F19-6DC9-5A90-2AF8-E078F2CA1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84F6-5A73-9834-EF2D-A091BE83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7AEA-22E7-2F4E-F61A-497DF31BB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03842-9454-A22C-FDCF-997260BC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4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C790-676D-63CF-CBD0-815A2DDC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97127-C83D-5B66-4F4A-36647DE1F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58FB5-CE60-DD82-F174-61B274E9F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8CC4B-5BB8-891F-C511-83F5DFEA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B9ACC-ADB4-F109-809A-386444D5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E2C1C-3AE4-23FA-CADE-408448D5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6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91056-ECFC-B238-27E8-6B1377F0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C3A1-2D23-F877-DE39-EC8B43901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72388-E0EA-EDE1-DF0A-3EE8BCF64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9F7F0B-8CDE-AE02-9754-60846FD44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A8D5A-E67A-4FBD-D8EC-0CFEC73AA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A3EE3-5130-3B38-AA71-06F460E3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A73A7-895A-0A25-E07D-9085A3CA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0D22C-D32C-698D-70B4-CCB15691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A077-002F-68DB-54B9-292AF170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2F54E-44C8-54D3-C4F9-390F82E6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919E6-4263-7EE5-9D4C-A05520AB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77F90-6D4E-161A-751A-95729E9D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5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D24AC-8ACD-6DB2-853C-D1B85E9C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84A31-4297-1F3E-2F56-5B604725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B8D28-BEEC-D75A-4386-22A6DF11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3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4C5A-24FF-A158-AFC5-B3C97E0A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A6F4-F970-D47A-93E3-2D32DB618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8E772-182B-96AF-5067-6C320CE78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54145-7092-2269-EB0C-E06AC897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9B51B-D31F-4B39-0255-C241632F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914E1-F9D5-61AB-C2FB-D7AEA2B6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4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3362-927B-37E1-DF51-D3D239E5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92465-CDA2-509B-C1DE-7197F0BFC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08B8A-ECB0-4C6A-9223-23AFDFE57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B739D-FF25-B78F-B82A-0ECD981D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3F1DA-58E2-3D1E-FEB0-AC2960AF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8CDDB-489B-814A-6161-44C707E9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6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AAC9-17BE-5F8A-30FF-565FEE2D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02F31-7CF7-FF5E-3697-58755D21B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29B1A-F2B0-1C6A-6538-A1AF6CB3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4AD71-0EB1-BC49-BDD4-B1685D67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B6333-781F-09B3-52D3-E18BD78B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2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D4704-8E8F-345B-BA18-F0A1CC03B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08C02-95A0-DE98-AC2D-D4AC7F23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46F8-0218-6D0A-3169-6F9813F1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3C588-FBAB-0B43-1E1A-CC200E90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26095-6CE1-D7D0-6D77-BA5348F0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1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943D5-98E4-89DA-52B7-65DEE642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08C2-A176-6EB5-560D-CEBC2340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2AC46-5CD9-A35B-42E6-258A2FFE6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FF28E-5CD6-6B4B-A2D1-9AE594AAE5E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6CD0-175E-E95A-C0D3-01FB70C04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E292A-FE3B-6B33-6DED-A3AF30BDA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994BC-BA0A-014E-B01C-10CD5E84B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0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D02C516-7D1F-64AA-E6AC-9E3606D68BA6}"/>
              </a:ext>
            </a:extLst>
          </p:cNvPr>
          <p:cNvSpPr/>
          <p:nvPr/>
        </p:nvSpPr>
        <p:spPr>
          <a:xfrm>
            <a:off x="2279904" y="2708148"/>
            <a:ext cx="1597152" cy="1441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F22789-76EF-8583-D08C-4389EA4B569F}"/>
              </a:ext>
            </a:extLst>
          </p:cNvPr>
          <p:cNvSpPr/>
          <p:nvPr/>
        </p:nvSpPr>
        <p:spPr>
          <a:xfrm rot="1901903">
            <a:off x="5443728" y="1914144"/>
            <a:ext cx="1597152" cy="8869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5B04CE-D431-A094-206E-A2F68F0A7819}"/>
              </a:ext>
            </a:extLst>
          </p:cNvPr>
          <p:cNvSpPr/>
          <p:nvPr/>
        </p:nvSpPr>
        <p:spPr>
          <a:xfrm>
            <a:off x="5482227" y="3544938"/>
            <a:ext cx="2017776" cy="199022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FC81E2-043D-EEB8-3D2E-04A82357E81A}"/>
              </a:ext>
            </a:extLst>
          </p:cNvPr>
          <p:cNvCxnSpPr/>
          <p:nvPr/>
        </p:nvCxnSpPr>
        <p:spPr>
          <a:xfrm flipV="1">
            <a:off x="3877056" y="2357628"/>
            <a:ext cx="1452771" cy="592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AFC6BA-3884-DADF-C8C5-689D0F179CEC}"/>
              </a:ext>
            </a:extLst>
          </p:cNvPr>
          <p:cNvCxnSpPr>
            <a:cxnSpLocks/>
          </p:cNvCxnSpPr>
          <p:nvPr/>
        </p:nvCxnSpPr>
        <p:spPr>
          <a:xfrm>
            <a:off x="3877055" y="4064394"/>
            <a:ext cx="1452772" cy="475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2C1604-A0DF-17D3-A7EF-52E8D9D5FBA0}"/>
              </a:ext>
            </a:extLst>
          </p:cNvPr>
          <p:cNvSpPr txBox="1"/>
          <p:nvPr/>
        </p:nvSpPr>
        <p:spPr>
          <a:xfrm rot="20319355">
            <a:off x="3990708" y="2339293"/>
            <a:ext cx="8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B95FF7-A9BC-442A-12D1-054142975102}"/>
              </a:ext>
            </a:extLst>
          </p:cNvPr>
          <p:cNvSpPr txBox="1"/>
          <p:nvPr/>
        </p:nvSpPr>
        <p:spPr>
          <a:xfrm rot="1038802">
            <a:off x="3739597" y="4326146"/>
            <a:ext cx="1570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magnification</a:t>
            </a:r>
          </a:p>
        </p:txBody>
      </p:sp>
    </p:spTree>
    <p:extLst>
      <p:ext uri="{BB962C8B-B14F-4D97-AF65-F5344CB8AC3E}">
        <p14:creationId xmlns:p14="http://schemas.microsoft.com/office/powerpoint/2010/main" val="296237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a 4">
            <a:extLst>
              <a:ext uri="{FF2B5EF4-FFF2-40B4-BE49-F238E27FC236}">
                <a16:creationId xmlns:a16="http://schemas.microsoft.com/office/drawing/2014/main" id="{BC2F9D62-B07F-116F-EC65-0ED7E39C3F86}"/>
              </a:ext>
            </a:extLst>
          </p:cNvPr>
          <p:cNvSpPr/>
          <p:nvPr/>
        </p:nvSpPr>
        <p:spPr>
          <a:xfrm>
            <a:off x="2840736" y="1085087"/>
            <a:ext cx="4072128" cy="1207175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0EF59D-A299-52C1-97C8-B62871A1D210}"/>
              </a:ext>
            </a:extLst>
          </p:cNvPr>
          <p:cNvSpPr/>
          <p:nvPr/>
        </p:nvSpPr>
        <p:spPr>
          <a:xfrm>
            <a:off x="4632960" y="4401312"/>
            <a:ext cx="286512" cy="2316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13264F-8946-08B5-000D-4145EFD35F51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4632960" y="1743456"/>
            <a:ext cx="143256" cy="26578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FFEFBB-0836-2BA4-2850-BBDBFE8FCE54}"/>
              </a:ext>
            </a:extLst>
          </p:cNvPr>
          <p:cNvCxnSpPr>
            <a:stCxn id="6" idx="7"/>
          </p:cNvCxnSpPr>
          <p:nvPr/>
        </p:nvCxnSpPr>
        <p:spPr>
          <a:xfrm flipV="1">
            <a:off x="4877513" y="1743456"/>
            <a:ext cx="1218487" cy="2691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456799-DF48-0FCB-3255-7EA554F7C7F8}"/>
              </a:ext>
            </a:extLst>
          </p:cNvPr>
          <p:cNvCxnSpPr/>
          <p:nvPr/>
        </p:nvCxnSpPr>
        <p:spPr>
          <a:xfrm>
            <a:off x="4632960" y="1743456"/>
            <a:ext cx="14630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4D2D10E3-A19E-3527-9301-6C12BD843E9B}"/>
              </a:ext>
            </a:extLst>
          </p:cNvPr>
          <p:cNvSpPr/>
          <p:nvPr/>
        </p:nvSpPr>
        <p:spPr>
          <a:xfrm>
            <a:off x="4531605" y="3044327"/>
            <a:ext cx="914756" cy="1297934"/>
          </a:xfrm>
          <a:prstGeom prst="arc">
            <a:avLst>
              <a:gd name="adj1" fmla="val 14606097"/>
              <a:gd name="adj2" fmla="val 1887712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00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F508E8-9382-C77D-08E6-6C6E36E929EB}"/>
                  </a:ext>
                </a:extLst>
              </p:cNvPr>
              <p:cNvSpPr txBox="1"/>
              <p:nvPr/>
            </p:nvSpPr>
            <p:spPr>
              <a:xfrm>
                <a:off x="5020769" y="2760478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F508E8-9382-C77D-08E6-6C6E36E92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769" y="2760478"/>
                <a:ext cx="190758" cy="276999"/>
              </a:xfrm>
              <a:prstGeom prst="rect">
                <a:avLst/>
              </a:prstGeom>
              <a:blipFill>
                <a:blip r:embed="rId2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62FB1BB-33F2-501F-1022-D411F9A51284}"/>
              </a:ext>
            </a:extLst>
          </p:cNvPr>
          <p:cNvSpPr txBox="1"/>
          <p:nvPr/>
        </p:nvSpPr>
        <p:spPr>
          <a:xfrm>
            <a:off x="4239688" y="4692011"/>
            <a:ext cx="112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638B4-3621-D0AF-74F9-8F31F9A3FB91}"/>
                  </a:ext>
                </a:extLst>
              </p:cNvPr>
              <p:cNvSpPr txBox="1"/>
              <p:nvPr/>
            </p:nvSpPr>
            <p:spPr>
              <a:xfrm>
                <a:off x="5211527" y="1393706"/>
                <a:ext cx="1645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638B4-3621-D0AF-74F9-8F31F9A3F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27" y="1393706"/>
                <a:ext cx="164532" cy="276999"/>
              </a:xfrm>
              <a:prstGeom prst="rect">
                <a:avLst/>
              </a:prstGeom>
              <a:blipFill>
                <a:blip r:embed="rId3"/>
                <a:stretch>
                  <a:fillRect l="-42857" r="-4285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0299C5-9629-28D2-FB53-186507B7B0DB}"/>
              </a:ext>
            </a:extLst>
          </p:cNvPr>
          <p:cNvCxnSpPr/>
          <p:nvPr/>
        </p:nvCxnSpPr>
        <p:spPr>
          <a:xfrm flipH="1">
            <a:off x="2608289" y="4517136"/>
            <a:ext cx="1923316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6DDB73-7FD8-A527-8E3A-75FCD5564EEA}"/>
              </a:ext>
            </a:extLst>
          </p:cNvPr>
          <p:cNvCxnSpPr/>
          <p:nvPr/>
        </p:nvCxnSpPr>
        <p:spPr>
          <a:xfrm>
            <a:off x="2930577" y="2292262"/>
            <a:ext cx="0" cy="21429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493C22-6689-DB1B-9B5F-B4180F96CF3A}"/>
                  </a:ext>
                </a:extLst>
              </p:cNvPr>
              <p:cNvSpPr txBox="1"/>
              <p:nvPr/>
            </p:nvSpPr>
            <p:spPr>
              <a:xfrm>
                <a:off x="2608289" y="3152001"/>
                <a:ext cx="183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493C22-6689-DB1B-9B5F-B4180F96C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289" y="3152001"/>
                <a:ext cx="183384" cy="276999"/>
              </a:xfrm>
              <a:prstGeom prst="rect">
                <a:avLst/>
              </a:prstGeom>
              <a:blipFill>
                <a:blip r:embed="rId4"/>
                <a:stretch>
                  <a:fillRect l="-26667" r="-33333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F17DA92-3671-C54D-860C-333F534CBB7F}"/>
              </a:ext>
            </a:extLst>
          </p:cNvPr>
          <p:cNvSpPr txBox="1"/>
          <p:nvPr/>
        </p:nvSpPr>
        <p:spPr>
          <a:xfrm>
            <a:off x="6478598" y="1743456"/>
            <a:ext cx="1834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plane</a:t>
            </a:r>
          </a:p>
        </p:txBody>
      </p:sp>
    </p:spTree>
    <p:extLst>
      <p:ext uri="{BB962C8B-B14F-4D97-AF65-F5344CB8AC3E}">
        <p14:creationId xmlns:p14="http://schemas.microsoft.com/office/powerpoint/2010/main" val="311044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9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Elyas Farah</dc:creator>
  <cp:lastModifiedBy>Elyas Farah</cp:lastModifiedBy>
  <cp:revision>4</cp:revision>
  <dcterms:created xsi:type="dcterms:W3CDTF">2026-04-01T19:30:48Z</dcterms:created>
  <dcterms:modified xsi:type="dcterms:W3CDTF">2026-04-03T15:24:27Z</dcterms:modified>
</cp:coreProperties>
</file>